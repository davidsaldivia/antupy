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sldIdLst>
    <p:sldId id="272" r:id="rId2"/>
    <p:sldId id="258" r:id="rId3"/>
    <p:sldId id="265" r:id="rId4"/>
    <p:sldId id="267" r:id="rId5"/>
    <p:sldId id="266" r:id="rId6"/>
    <p:sldId id="268" r:id="rId7"/>
    <p:sldId id="270" r:id="rId8"/>
    <p:sldId id="271" r:id="rId9"/>
    <p:sldId id="260" r:id="rId10"/>
    <p:sldId id="262" r:id="rId11"/>
    <p:sldId id="26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8ABA95-B001-4273-8D6E-3B8A88B3601F}" v="1" dt="2025-05-19T15:48:47.5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Saldivia Salazar" userId="7702d5bea18b5005" providerId="Windows Live" clId="Web-{DEE3EBF8-C64F-44DD-A996-26950E229D3F}"/>
    <pc:docChg chg="modSld">
      <pc:chgData name="David Saldivia Salazar" userId="7702d5bea18b5005" providerId="Windows Live" clId="Web-{DEE3EBF8-C64F-44DD-A996-26950E229D3F}" dt="2024-12-16T14:53:21.694" v="3" actId="20577"/>
      <pc:docMkLst>
        <pc:docMk/>
      </pc:docMkLst>
      <pc:sldChg chg="modSp">
        <pc:chgData name="David Saldivia Salazar" userId="7702d5bea18b5005" providerId="Windows Live" clId="Web-{DEE3EBF8-C64F-44DD-A996-26950E229D3F}" dt="2024-12-16T14:53:21.694" v="3" actId="20577"/>
        <pc:sldMkLst>
          <pc:docMk/>
          <pc:sldMk cId="2117738962" sldId="260"/>
        </pc:sldMkLst>
      </pc:sldChg>
    </pc:docChg>
  </pc:docChgLst>
  <pc:docChgLst>
    <pc:chgData name="David Saldivia Salazar" userId="7702d5bea18b5005" providerId="LiveId" clId="{748ABA95-B001-4273-8D6E-3B8A88B3601F}"/>
    <pc:docChg chg="addSld modSld">
      <pc:chgData name="David Saldivia Salazar" userId="7702d5bea18b5005" providerId="LiveId" clId="{748ABA95-B001-4273-8D6E-3B8A88B3601F}" dt="2025-05-19T15:48:47.505" v="9"/>
      <pc:docMkLst>
        <pc:docMk/>
      </pc:docMkLst>
      <pc:sldChg chg="modSp mod">
        <pc:chgData name="David Saldivia Salazar" userId="7702d5bea18b5005" providerId="LiveId" clId="{748ABA95-B001-4273-8D6E-3B8A88B3601F}" dt="2025-05-16T15:19:07.715" v="8" actId="20577"/>
        <pc:sldMkLst>
          <pc:docMk/>
          <pc:sldMk cId="2676536960" sldId="257"/>
        </pc:sldMkLst>
        <pc:spChg chg="mod">
          <ac:chgData name="David Saldivia Salazar" userId="7702d5bea18b5005" providerId="LiveId" clId="{748ABA95-B001-4273-8D6E-3B8A88B3601F}" dt="2025-05-16T15:19:07.715" v="8" actId="20577"/>
          <ac:spMkLst>
            <pc:docMk/>
            <pc:sldMk cId="2676536960" sldId="257"/>
            <ac:spMk id="3" creationId="{BB7C6D76-08D1-11E9-67DC-F1DD43A604DC}"/>
          </ac:spMkLst>
        </pc:spChg>
      </pc:sldChg>
      <pc:sldChg chg="add">
        <pc:chgData name="David Saldivia Salazar" userId="7702d5bea18b5005" providerId="LiveId" clId="{748ABA95-B001-4273-8D6E-3B8A88B3601F}" dt="2025-05-19T15:48:47.505" v="9"/>
        <pc:sldMkLst>
          <pc:docMk/>
          <pc:sldMk cId="2168866448" sldId="263"/>
        </pc:sldMkLst>
      </pc:sldChg>
      <pc:sldChg chg="add">
        <pc:chgData name="David Saldivia Salazar" userId="7702d5bea18b5005" providerId="LiveId" clId="{748ABA95-B001-4273-8D6E-3B8A88B3601F}" dt="2025-05-19T15:48:47.505" v="9"/>
        <pc:sldMkLst>
          <pc:docMk/>
          <pc:sldMk cId="1238632186" sldId="264"/>
        </pc:sldMkLst>
      </pc:sldChg>
    </pc:docChg>
  </pc:docChgLst>
  <pc:docChgLst>
    <pc:chgData name="David Saldivia Salazar" userId="7702d5bea18b5005" providerId="LiveId" clId="{C05DD3A2-369D-4273-8BB2-5569523B78F9}"/>
    <pc:docChg chg="custSel modSld">
      <pc:chgData name="David Saldivia Salazar" userId="7702d5bea18b5005" providerId="LiveId" clId="{C05DD3A2-369D-4273-8BB2-5569523B78F9}" dt="2024-09-02T04:44:40.064" v="85" actId="20577"/>
      <pc:docMkLst>
        <pc:docMk/>
      </pc:docMkLst>
      <pc:sldChg chg="modSp mod">
        <pc:chgData name="David Saldivia Salazar" userId="7702d5bea18b5005" providerId="LiveId" clId="{C05DD3A2-369D-4273-8BB2-5569523B78F9}" dt="2024-09-02T04:44:40.064" v="85" actId="20577"/>
        <pc:sldMkLst>
          <pc:docMk/>
          <pc:sldMk cId="2263721948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24288-DCBA-6F37-3A6E-686B1CE0BF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09319B-EE78-6DE6-58A0-2906062A41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03F09-ED84-B47F-3904-0387FFA6B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BC152A-5789-75C2-46AD-1A0F4BF95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58175-FE6B-2FFA-A1FE-1FAA0AB4B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64715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858A0-77DF-0FFA-2F28-9EEBED201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E1675-C699-CD3D-A8BD-090D16A14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B4946-068F-29E1-814B-04BB4C060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40CCD-A10B-ECCF-22A1-755017240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5799DB-3123-BE65-8E5A-FEA96ACA9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4866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AEAD3-DE06-6493-47EE-A44CA6FC9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E70591-24B9-37FB-F2DC-B8DF20045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7B9A-EC90-C6B0-7B0C-7F9487608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854E04-F6DE-43A9-066F-A5A616A1F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B8D68-2469-D858-277D-C5B949402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98446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3807B-820A-E545-7DE4-B13A4886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37A73-CA70-93C2-5147-364E5C4563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D2F562-0A53-8AD5-0DB3-85A0979908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EFCF87-A470-E560-D7C0-D5D4B9489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302CEA-729A-AC8E-652E-9AFBEC5D3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238BA8-7B57-77F8-DB51-0F66127E8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5626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FAC76-41D6-413C-DF08-E2D6CC518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D32DAD-EC09-33D7-5225-C75F82AA2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7F3A2-09EA-E6C8-0758-CCCF68999D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F7D718-C727-FC70-F5E3-6AD7273F5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4DCFF6-8698-3F5F-8077-5AFFFAC76E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E4DAB2-2A9A-3186-1C8D-9D3726ABB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7116DE-B14A-E511-D8FA-E2390D00F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F4CF9B-7BE0-332E-EBC0-7E3B7D6B7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6108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EA4DF-CB89-8349-D5D1-ADB57B0E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12BAB8-9654-53CD-AA45-351FD1018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87AC0-602E-1CBF-6803-C53EAA1BC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87341B-D2BC-2E59-3096-C8D658EBE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3952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928B27-674E-6944-789D-7C1501F5C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E42BD-A9AA-B40C-9C5A-A98C50150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4FD80-680C-C62C-E9DD-B6F3BA19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75640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62286-034C-89F2-4C02-DB7F3691D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04915-0B21-3489-7A5F-4F859433D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387B1A-D5AC-74A0-6E52-351E0CC71F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70A2D0-C5EA-3067-D473-141BD384E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CDBC2C-469A-DA43-92F2-F9463F884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E3565-CE78-3F2C-784B-636CDA192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6383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85A6E-8547-5D3B-F3F3-1D8C16D34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1005FF-1F6A-FC91-2416-073F40D4B4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610693-7AAD-059F-3BE2-0F686473D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58B1F9-2465-7E46-3C57-3E9FE4437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E735A2-1A44-6811-D7D8-F86169735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9A941-241E-B2ED-8980-310F0F2A6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0141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1630C-498B-0C6B-D0DC-09BE98FA5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61E0AA-36AA-7DFC-C3CE-FCEFB50DC5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8D518-550A-8A9F-8E0D-16158F4BD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520DB-8019-B0A1-04FE-727A1AD16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76C66-0848-7189-1282-8DA3AD476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870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78D3BF-1AFB-B1DF-52D9-C28B8860A1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082713-E74C-0F4D-724A-4CF496BA68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418488-2870-A0D9-8E1C-6CDCB2365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76D30-A79E-DEB2-8574-C433FE7CD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608EE-216B-26E9-09E9-2347CA41F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5924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3F79B-B3ED-FFC4-3CB9-2E63AF44E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626337-AD47-CF19-B051-C039F19F83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041149-EF14-BA2A-92E8-662734A053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0F017-51D9-403D-A3B1-D86CBEE1772E}" type="datetimeFigureOut">
              <a:rPr lang="en-AU" smtClean="0"/>
              <a:t>17/04/2026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999F8-70E4-FE08-0D6A-50C68A67A2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F5BA65-3340-79F7-2567-ACE3B1DFF7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73184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Mapuche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vidSaldivia/bdr_csp" TargetMode="External"/><Relationship Id="rId2" Type="http://schemas.openxmlformats.org/officeDocument/2006/relationships/hyperlink" Target="https://github.com/DavidSaldivia/tm_solarshift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62EFE5-DBCD-6923-D9C1-734F2961A0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  <a:endParaRPr lang="en-US" noProof="1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03C1AD0-79E7-62AB-91B9-BF41C09A4D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1"/>
              <a:t>by david </a:t>
            </a:r>
            <a:r>
              <a:rPr lang="en-US" b="1" noProof="1"/>
              <a:t>saldivia</a:t>
            </a:r>
            <a:r>
              <a:rPr lang="en-US" noProof="1"/>
              <a:t> salazar</a:t>
            </a:r>
          </a:p>
          <a:p>
            <a:r>
              <a:rPr lang="en-US" sz="2000" noProof="1"/>
              <a:t>mechanical engineer, phd in renewable energy engineering</a:t>
            </a:r>
          </a:p>
        </p:txBody>
      </p:sp>
    </p:spTree>
    <p:extLst>
      <p:ext uri="{BB962C8B-B14F-4D97-AF65-F5344CB8AC3E}">
        <p14:creationId xmlns:p14="http://schemas.microsoft.com/office/powerpoint/2010/main" val="1550108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2F935-7AD0-D15A-3968-91D3F935F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C6D76-08D1-11E9-67DC-F1DD43A60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62918"/>
          </a:xfrm>
        </p:spPr>
        <p:txBody>
          <a:bodyPr>
            <a:normAutofit/>
          </a:bodyPr>
          <a:lstStyle/>
          <a:p>
            <a:r>
              <a:rPr lang="en-US" noProof="1"/>
              <a:t>A python toolkit for (energy) engineering simulations.</a:t>
            </a:r>
          </a:p>
          <a:p>
            <a:endParaRPr lang="en-US" noProof="1"/>
          </a:p>
          <a:p>
            <a:r>
              <a:rPr lang="en-US" i="1" noProof="1"/>
              <a:t>antü</a:t>
            </a:r>
            <a:r>
              <a:rPr lang="en-US" noProof="1"/>
              <a:t>: sun in </a:t>
            </a:r>
            <a:r>
              <a:rPr lang="en-US" noProof="1">
                <a:hlinkClick r:id="rId2"/>
              </a:rPr>
              <a:t>mapuzugun</a:t>
            </a:r>
            <a:r>
              <a:rPr lang="en-US" noProof="1"/>
              <a:t>.</a:t>
            </a:r>
          </a:p>
          <a:p>
            <a:r>
              <a:rPr lang="en-US" i="1" noProof="1"/>
              <a:t>py</a:t>
            </a:r>
            <a:r>
              <a:rPr lang="en-US" noProof="1"/>
              <a:t>: python package.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4A82E7B-9930-D643-2527-F05F2F94AF9E}"/>
              </a:ext>
            </a:extLst>
          </p:cNvPr>
          <p:cNvSpPr txBox="1">
            <a:spLocks/>
          </p:cNvSpPr>
          <p:nvPr/>
        </p:nvSpPr>
        <p:spPr>
          <a:xfrm>
            <a:off x="8938751" y="4477649"/>
            <a:ext cx="2653481" cy="14856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targets:</a:t>
            </a:r>
          </a:p>
          <a:p>
            <a:pPr lvl="1"/>
            <a:r>
              <a:rPr lang="en-US" noProof="1"/>
              <a:t>education</a:t>
            </a:r>
          </a:p>
          <a:p>
            <a:pPr lvl="1"/>
            <a:r>
              <a:rPr lang="en-US" noProof="1"/>
              <a:t>research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FD9C081-D163-11AD-7F31-D7651713DC96}"/>
              </a:ext>
            </a:extLst>
          </p:cNvPr>
          <p:cNvSpPr txBox="1">
            <a:spLocks/>
          </p:cNvSpPr>
          <p:nvPr/>
        </p:nvSpPr>
        <p:spPr>
          <a:xfrm>
            <a:off x="838200" y="4477648"/>
            <a:ext cx="4456471" cy="2611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influences:</a:t>
            </a:r>
          </a:p>
          <a:p>
            <a:pPr lvl="1"/>
            <a:r>
              <a:rPr lang="en-US" noProof="1"/>
              <a:t>SAM</a:t>
            </a:r>
          </a:p>
          <a:p>
            <a:pPr lvl="1"/>
            <a:r>
              <a:rPr lang="en-US" noProof="1"/>
              <a:t>EES</a:t>
            </a:r>
          </a:p>
          <a:p>
            <a:pPr lvl="1"/>
            <a:r>
              <a:rPr lang="en-US" noProof="1"/>
              <a:t>TRNSYS</a:t>
            </a:r>
          </a:p>
          <a:p>
            <a:pPr lvl="1"/>
            <a:r>
              <a:rPr lang="en-US" noProof="1"/>
              <a:t>solarPILOT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CD6576E-4A89-E902-F09F-A3760A86D213}"/>
              </a:ext>
            </a:extLst>
          </p:cNvPr>
          <p:cNvSpPr txBox="1">
            <a:spLocks/>
          </p:cNvSpPr>
          <p:nvPr/>
        </p:nvSpPr>
        <p:spPr>
          <a:xfrm>
            <a:off x="4576916" y="4477648"/>
            <a:ext cx="3446207" cy="19821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dependancies:</a:t>
            </a:r>
          </a:p>
          <a:p>
            <a:pPr lvl="1"/>
            <a:r>
              <a:rPr lang="en-US" noProof="1"/>
              <a:t>numpy</a:t>
            </a:r>
          </a:p>
          <a:p>
            <a:pPr lvl="1"/>
            <a:r>
              <a:rPr lang="en-US" noProof="1"/>
              <a:t>pandas (polars)</a:t>
            </a:r>
          </a:p>
          <a:p>
            <a:pPr lvl="1"/>
            <a:r>
              <a:rPr lang="en-US" noProof="1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233972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2F7BD-B51F-337C-5137-5569B58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BEC0F-AB3B-428A-F835-02360589E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0418D-C369-51E9-86F7-573B2DCA5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statement of need:</a:t>
            </a:r>
          </a:p>
          <a:p>
            <a:pPr lvl="1"/>
            <a:r>
              <a:rPr lang="en-US" noProof="1"/>
              <a:t>unit management.</a:t>
            </a:r>
          </a:p>
          <a:p>
            <a:pPr marL="457200" lvl="1" indent="0">
              <a:buNone/>
            </a:pPr>
            <a:endParaRPr lang="en-US" noProof="1"/>
          </a:p>
          <a:p>
            <a:pPr marL="457200" lvl="1" indent="0">
              <a:buNone/>
            </a:pPr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250D1-BEF7-8B73-76A6-E23A1355A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684" y="3095377"/>
            <a:ext cx="4104078" cy="25961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A41E1DC-5A31-A794-D730-144C3F5CA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104696" y="2444673"/>
            <a:ext cx="4104078" cy="259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58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42891-EB6F-581E-82B5-42751F954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6041A-A4C4-FC2B-44BB-8347FB678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99738-CEF4-34E1-E4BC-646FCBD3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statement of need:</a:t>
            </a:r>
          </a:p>
          <a:p>
            <a:pPr lvl="1"/>
            <a:r>
              <a:rPr lang="en-US" noProof="1"/>
              <a:t>simulation structure</a:t>
            </a:r>
          </a:p>
          <a:p>
            <a:pPr lvl="2"/>
            <a:r>
              <a:rPr lang="en-US" i="1" noProof="1"/>
              <a:t>glue code</a:t>
            </a:r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1"/>
            <a:r>
              <a:rPr lang="en-US" noProof="1"/>
              <a:t>multi-disciplinary research</a:t>
            </a:r>
          </a:p>
        </p:txBody>
      </p:sp>
    </p:spTree>
    <p:extLst>
      <p:ext uri="{BB962C8B-B14F-4D97-AF65-F5344CB8AC3E}">
        <p14:creationId xmlns:p14="http://schemas.microsoft.com/office/powerpoint/2010/main" val="3334446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6BFF-3B7A-9FA4-10E4-152DDA2D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D5BB86-9EA2-A882-A0DC-9295B6BB7CEB}"/>
              </a:ext>
            </a:extLst>
          </p:cNvPr>
          <p:cNvSpPr/>
          <p:nvPr/>
        </p:nvSpPr>
        <p:spPr>
          <a:xfrm>
            <a:off x="1100554" y="2119550"/>
            <a:ext cx="7739566" cy="1089383"/>
          </a:xfrm>
          <a:prstGeom prst="roundRect">
            <a:avLst>
              <a:gd name="adj" fmla="val 6212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noProof="1">
                <a:solidFill>
                  <a:schemeClr val="accent1"/>
                </a:solidFill>
              </a:rPr>
              <a:t>core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35B79B-17D8-DB66-3632-53FECC2899E8}"/>
              </a:ext>
            </a:extLst>
          </p:cNvPr>
          <p:cNvSpPr/>
          <p:nvPr/>
        </p:nvSpPr>
        <p:spPr>
          <a:xfrm>
            <a:off x="3200172" y="2538988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Var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(float, str)</a:t>
            </a:r>
            <a:endParaRPr lang="en-US" noProof="1">
              <a:solidFill>
                <a:schemeClr val="accent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9B78E06-CE99-FC3C-1175-F68691301C81}"/>
              </a:ext>
            </a:extLst>
          </p:cNvPr>
          <p:cNvSpPr/>
          <p:nvPr/>
        </p:nvSpPr>
        <p:spPr>
          <a:xfrm>
            <a:off x="4786551" y="2538988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Array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(np.ndarray, str)</a:t>
            </a:r>
            <a:endParaRPr lang="en-US" noProof="1">
              <a:solidFill>
                <a:schemeClr val="accent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26146B-754C-C345-9ED7-1AB0B4064D0E}"/>
              </a:ext>
            </a:extLst>
          </p:cNvPr>
          <p:cNvSpPr/>
          <p:nvPr/>
        </p:nvSpPr>
        <p:spPr>
          <a:xfrm>
            <a:off x="6388868" y="2538988"/>
            <a:ext cx="1593910" cy="542074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Frame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(pd.DataFrame, str)</a:t>
            </a:r>
            <a:endParaRPr lang="en-US" sz="1400" noProof="1">
              <a:solidFill>
                <a:schemeClr val="accent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AB1282-5FA5-1738-65F7-3FE6A8165E61}"/>
              </a:ext>
            </a:extLst>
          </p:cNvPr>
          <p:cNvGrpSpPr/>
          <p:nvPr/>
        </p:nvGrpSpPr>
        <p:grpSpPr>
          <a:xfrm>
            <a:off x="1097920" y="3367449"/>
            <a:ext cx="7739566" cy="1089383"/>
            <a:chOff x="1561744" y="2130515"/>
            <a:chExt cx="6938534" cy="963330"/>
          </a:xfrm>
          <a:noFill/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DD516AD-A453-D6F4-FF5E-CCD2DA28A785}"/>
                </a:ext>
              </a:extLst>
            </p:cNvPr>
            <p:cNvSpPr/>
            <p:nvPr/>
          </p:nvSpPr>
          <p:spPr>
            <a:xfrm>
              <a:off x="3186532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htc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024CA8D-09BA-4DC5-EC2E-4B4B1F199AA8}"/>
                </a:ext>
              </a:extLst>
            </p:cNvPr>
            <p:cNvSpPr/>
            <p:nvPr/>
          </p:nvSpPr>
          <p:spPr>
            <a:xfrm>
              <a:off x="4625175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solar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B872FBA-CD7B-92DC-5BCE-269AB7734F07}"/>
                </a:ext>
              </a:extLst>
            </p:cNvPr>
            <p:cNvSpPr/>
            <p:nvPr/>
          </p:nvSpPr>
          <p:spPr>
            <a:xfrm>
              <a:off x="1788940" y="2544139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props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B7DE0C-0FD7-E80F-9D94-F3AE0363B77C}"/>
                </a:ext>
              </a:extLst>
            </p:cNvPr>
            <p:cNvSpPr/>
            <p:nvPr/>
          </p:nvSpPr>
          <p:spPr>
            <a:xfrm>
              <a:off x="6063818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loc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4571A80F-5F95-38F9-C27E-88F933001810}"/>
                </a:ext>
              </a:extLst>
            </p:cNvPr>
            <p:cNvSpPr/>
            <p:nvPr/>
          </p:nvSpPr>
          <p:spPr>
            <a:xfrm>
              <a:off x="1561744" y="2130515"/>
              <a:ext cx="6938534" cy="963330"/>
            </a:xfrm>
            <a:prstGeom prst="roundRect">
              <a:avLst>
                <a:gd name="adj" fmla="val 6212"/>
              </a:avLst>
            </a:prstGeom>
            <a:grpFill/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noProof="1">
                  <a:solidFill>
                    <a:schemeClr val="accent3"/>
                  </a:solidFill>
                </a:rPr>
                <a:t>utils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5613ACE-EBF2-9450-76C4-1B4C63E2AA35}"/>
              </a:ext>
            </a:extLst>
          </p:cNvPr>
          <p:cNvSpPr/>
          <p:nvPr/>
        </p:nvSpPr>
        <p:spPr>
          <a:xfrm>
            <a:off x="9031843" y="2101755"/>
            <a:ext cx="1897353" cy="4201745"/>
          </a:xfrm>
          <a:prstGeom prst="roundRect">
            <a:avLst>
              <a:gd name="adj" fmla="val 9731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" rIns="3600" rtlCol="0" anchor="t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catalog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FBFD8-0ABA-8A26-A75D-15E2A691D412}"/>
              </a:ext>
            </a:extLst>
          </p:cNvPr>
          <p:cNvSpPr/>
          <p:nvPr/>
        </p:nvSpPr>
        <p:spPr>
          <a:xfrm>
            <a:off x="9264027" y="3001344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dwh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DA861DE-8C9E-7A41-F399-22685ED78BC2}"/>
              </a:ext>
            </a:extLst>
          </p:cNvPr>
          <p:cNvSpPr/>
          <p:nvPr/>
        </p:nvSpPr>
        <p:spPr>
          <a:xfrm>
            <a:off x="9267892" y="3899020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stg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6E78440-BB03-BDFB-EE39-A637007A651E}"/>
              </a:ext>
            </a:extLst>
          </p:cNvPr>
          <p:cNvSpPr/>
          <p:nvPr/>
        </p:nvSpPr>
        <p:spPr>
          <a:xfrm>
            <a:off x="9264027" y="256051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csp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F64DE1F-81BC-FBC5-42A4-C03EAF98180A}"/>
              </a:ext>
            </a:extLst>
          </p:cNvPr>
          <p:cNvSpPr/>
          <p:nvPr/>
        </p:nvSpPr>
        <p:spPr>
          <a:xfrm>
            <a:off x="845574" y="1789472"/>
            <a:ext cx="10451691" cy="4876800"/>
          </a:xfrm>
          <a:prstGeom prst="roundRect">
            <a:avLst>
              <a:gd name="adj" fmla="val 6781"/>
            </a:avLst>
          </a:prstGeom>
          <a:noFill/>
          <a:ln w="3810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1B3E5F6-B4FE-7633-5625-48353B5F120E}"/>
              </a:ext>
            </a:extLst>
          </p:cNvPr>
          <p:cNvSpPr/>
          <p:nvPr/>
        </p:nvSpPr>
        <p:spPr>
          <a:xfrm>
            <a:off x="9269670" y="3446864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desal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4B9BB6-2B03-C74A-B8D2-CB4A90CBCE3A}"/>
              </a:ext>
            </a:extLst>
          </p:cNvPr>
          <p:cNvGrpSpPr/>
          <p:nvPr/>
        </p:nvGrpSpPr>
        <p:grpSpPr>
          <a:xfrm>
            <a:off x="1100554" y="4575318"/>
            <a:ext cx="7739566" cy="1739476"/>
            <a:chOff x="1581287" y="3723781"/>
            <a:chExt cx="6938534" cy="1094125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41E3E5-7B8E-A89E-E4B9-ACFC1F2E25BC}"/>
                </a:ext>
              </a:extLst>
            </p:cNvPr>
            <p:cNvSpPr/>
            <p:nvPr/>
          </p:nvSpPr>
          <p:spPr>
            <a:xfrm>
              <a:off x="3246686" y="4129543"/>
              <a:ext cx="1289646" cy="416152"/>
            </a:xfrm>
            <a:prstGeom prst="roundRect">
              <a:avLst/>
            </a:prstGeom>
            <a:noFill/>
            <a:ln>
              <a:prstDash val="solid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Plant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600AAD6-01EB-4536-0618-FCA27F567488}"/>
                </a:ext>
              </a:extLst>
            </p:cNvPr>
            <p:cNvSpPr/>
            <p:nvPr/>
          </p:nvSpPr>
          <p:spPr>
            <a:xfrm>
              <a:off x="6550827" y="3839321"/>
              <a:ext cx="1794481" cy="860375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 anchorCtr="0"/>
            <a:lstStyle/>
            <a:p>
              <a:pPr algn="ctr"/>
              <a:r>
                <a:rPr lang="en-US" sz="1200" noProof="1">
                  <a:solidFill>
                    <a:schemeClr val="accent5"/>
                  </a:solidFill>
                </a:rPr>
                <a:t>TSGs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DD8CDD5-858B-E394-E6F8-0785261DB6DA}"/>
                </a:ext>
              </a:extLst>
            </p:cNvPr>
            <p:cNvSpPr/>
            <p:nvPr/>
          </p:nvSpPr>
          <p:spPr>
            <a:xfrm>
              <a:off x="1581287" y="3723781"/>
              <a:ext cx="6938534" cy="1094125"/>
            </a:xfrm>
            <a:prstGeom prst="roundRect">
              <a:avLst>
                <a:gd name="adj" fmla="val 6212"/>
              </a:avLst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noProof="1">
                  <a:solidFill>
                    <a:schemeClr val="accent5"/>
                  </a:solidFill>
                </a:rPr>
                <a:t>simulation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69BD1DC-71BD-6FEB-EAD9-B5ED918C3DD3}"/>
                </a:ext>
              </a:extLst>
            </p:cNvPr>
            <p:cNvSpPr/>
            <p:nvPr/>
          </p:nvSpPr>
          <p:spPr>
            <a:xfrm>
              <a:off x="4783450" y="4132879"/>
              <a:ext cx="1559223" cy="415413"/>
            </a:xfrm>
            <a:prstGeom prst="roundRect">
              <a:avLst/>
            </a:prstGeom>
            <a:noFill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Parametric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36B3AAB-9CE1-9957-DF31-58F2778F124E}"/>
                </a:ext>
              </a:extLst>
            </p:cNvPr>
            <p:cNvSpPr/>
            <p:nvPr/>
          </p:nvSpPr>
          <p:spPr>
            <a:xfrm>
              <a:off x="1976368" y="4132982"/>
              <a:ext cx="1023200" cy="415413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Model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354F53-62DD-C51D-004C-1AEE1BC87CD3}"/>
              </a:ext>
            </a:extLst>
          </p:cNvPr>
          <p:cNvSpPr/>
          <p:nvPr/>
        </p:nvSpPr>
        <p:spPr>
          <a:xfrm>
            <a:off x="9269670" y="4355444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cycles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0B8BD0-C504-112E-29E6-362D47AA58C1}"/>
              </a:ext>
            </a:extLst>
          </p:cNvPr>
          <p:cNvSpPr/>
          <p:nvPr/>
        </p:nvSpPr>
        <p:spPr>
          <a:xfrm>
            <a:off x="9264027" y="482744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chem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8F1227-885D-13AA-1FF6-A5A1FA3A8B61}"/>
              </a:ext>
            </a:extLst>
          </p:cNvPr>
          <p:cNvSpPr/>
          <p:nvPr/>
        </p:nvSpPr>
        <p:spPr>
          <a:xfrm>
            <a:off x="9264027" y="5294013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cold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E8A25C-B823-0418-6721-2A4A98CF3504}"/>
              </a:ext>
            </a:extLst>
          </p:cNvPr>
          <p:cNvSpPr/>
          <p:nvPr/>
        </p:nvSpPr>
        <p:spPr>
          <a:xfrm>
            <a:off x="9280812" y="5769380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+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2C649E-AA45-6272-8598-5F08DF9DA447}"/>
              </a:ext>
            </a:extLst>
          </p:cNvPr>
          <p:cNvSpPr/>
          <p:nvPr/>
        </p:nvSpPr>
        <p:spPr>
          <a:xfrm>
            <a:off x="6799818" y="5120321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Weather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D68607-E3FD-684F-20B3-49CE57EAED5B}"/>
              </a:ext>
            </a:extLst>
          </p:cNvPr>
          <p:cNvSpPr/>
          <p:nvPr/>
        </p:nvSpPr>
        <p:spPr>
          <a:xfrm>
            <a:off x="7724892" y="5120321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Market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F90816-86C2-772F-80FF-19578D2032DF}"/>
              </a:ext>
            </a:extLst>
          </p:cNvPr>
          <p:cNvSpPr/>
          <p:nvPr/>
        </p:nvSpPr>
        <p:spPr>
          <a:xfrm>
            <a:off x="6799818" y="5459821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HWD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D639D98-D523-A6ED-EFAC-B25EFED0FED3}"/>
              </a:ext>
            </a:extLst>
          </p:cNvPr>
          <p:cNvSpPr/>
          <p:nvPr/>
        </p:nvSpPr>
        <p:spPr>
          <a:xfrm>
            <a:off x="7731776" y="5459821"/>
            <a:ext cx="772011" cy="224636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Loads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DB7CC37-3D0E-AC6F-71D1-8D84D8807A50}"/>
              </a:ext>
            </a:extLst>
          </p:cNvPr>
          <p:cNvSpPr/>
          <p:nvPr/>
        </p:nvSpPr>
        <p:spPr>
          <a:xfrm>
            <a:off x="7378793" y="5793341"/>
            <a:ext cx="531683" cy="224636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+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572FF06-3D93-0E80-BAAC-B4F02AA1CF01}"/>
              </a:ext>
            </a:extLst>
          </p:cNvPr>
          <p:cNvSpPr/>
          <p:nvPr/>
        </p:nvSpPr>
        <p:spPr>
          <a:xfrm>
            <a:off x="7724474" y="3832025"/>
            <a:ext cx="961375" cy="454826"/>
          </a:xfrm>
          <a:prstGeom prst="roundRect">
            <a:avLst/>
          </a:prstGeom>
          <a:noFill/>
          <a:ln>
            <a:solidFill>
              <a:schemeClr val="accent3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3"/>
                </a:solidFill>
              </a:rPr>
              <a:t>+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B028F6B-E244-B508-5881-9188812C2F5C}"/>
              </a:ext>
            </a:extLst>
          </p:cNvPr>
          <p:cNvSpPr/>
          <p:nvPr/>
        </p:nvSpPr>
        <p:spPr>
          <a:xfrm>
            <a:off x="1597855" y="2538988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Unit</a:t>
            </a: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5115FBB2-B037-5A61-D382-7B54356A2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  <a:r>
              <a:rPr lang="en-US" noProof="1"/>
              <a:t> (0.6.0) architecture</a:t>
            </a:r>
            <a:endParaRPr lang="en-US" noProof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2423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B623F-3908-5345-1CFC-7107400D2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BAFB-7D63-988E-0FBE-AED8B5A9D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  <a:r>
              <a:rPr lang="en-US" noProof="1"/>
              <a:t>: core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33A9E-3977-B6B6-DDBD-9E32F73C1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15116" cy="4938969"/>
          </a:xfrm>
        </p:spPr>
        <p:txBody>
          <a:bodyPr>
            <a:normAutofit/>
          </a:bodyPr>
          <a:lstStyle/>
          <a:p>
            <a:r>
              <a:rPr lang="en-US" noProof="1"/>
              <a:t>Var: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D30EB4-D4E6-B71B-11E2-4C0214CE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629262" y="2618571"/>
            <a:ext cx="4821029" cy="3353074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D6609AF-E7DE-8F46-3972-FD685D345BF5}"/>
              </a:ext>
            </a:extLst>
          </p:cNvPr>
          <p:cNvSpPr txBox="1">
            <a:spLocks/>
          </p:cNvSpPr>
          <p:nvPr/>
        </p:nvSpPr>
        <p:spPr>
          <a:xfrm>
            <a:off x="6349181" y="1825623"/>
            <a:ext cx="5415116" cy="49389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Array: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5D1D4D-BBB1-CF2B-3648-DC3162CB0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6349181" y="2618570"/>
            <a:ext cx="4821029" cy="3353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917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861F1-D80F-4BAF-22AC-B455C1EFE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9637-E0A8-AF14-CEBA-AD4AA0982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  <a:r>
              <a:rPr lang="en-US" noProof="1"/>
              <a:t>: utils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D7928-E581-942E-A82D-983FBDB73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props:</a:t>
            </a:r>
          </a:p>
          <a:p>
            <a:endParaRPr lang="en-US" noProof="1"/>
          </a:p>
          <a:p>
            <a:r>
              <a:rPr lang="en-US" noProof="1"/>
              <a:t>htc:</a:t>
            </a:r>
          </a:p>
          <a:p>
            <a:endParaRPr lang="en-US" noProof="1"/>
          </a:p>
          <a:p>
            <a:r>
              <a:rPr lang="en-US" noProof="1"/>
              <a:t>solar: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2CFC2D-9995-7525-4ACF-E59828CA1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3215149" y="1690688"/>
            <a:ext cx="6518787" cy="412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533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52DF1-97D5-E358-540D-D39FCDD67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760E-04BF-4DB3-523C-3CF244F43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  <a:r>
              <a:rPr lang="en-US" noProof="1"/>
              <a:t>: simulations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BE949-9E31-1B26-FE53-2279E6849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Model:</a:t>
            </a:r>
          </a:p>
          <a:p>
            <a:endParaRPr lang="en-US" noProof="1"/>
          </a:p>
          <a:p>
            <a:r>
              <a:rPr lang="en-US" noProof="1"/>
              <a:t>Plant:</a:t>
            </a:r>
          </a:p>
          <a:p>
            <a:endParaRPr lang="en-US" noProof="1"/>
          </a:p>
          <a:p>
            <a:r>
              <a:rPr lang="en-US" noProof="1"/>
              <a:t>Parametric:</a:t>
            </a:r>
          </a:p>
          <a:p>
            <a:endParaRPr lang="en-US" noProof="1"/>
          </a:p>
          <a:p>
            <a:r>
              <a:rPr lang="en-US" noProof="1"/>
              <a:t>TSGs:</a:t>
            </a:r>
          </a:p>
          <a:p>
            <a:pPr lvl="1"/>
            <a:r>
              <a:rPr lang="en-US" noProof="1"/>
              <a:t>Weather</a:t>
            </a:r>
          </a:p>
          <a:p>
            <a:pPr lvl="1"/>
            <a:r>
              <a:rPr lang="en-US" noProof="1"/>
              <a:t>Market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F8436E-1049-7EE0-3FC8-F092F502F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4080387" y="1690688"/>
            <a:ext cx="6518787" cy="412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015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CA099-A846-EDE8-B890-F74D8EAF0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existing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7182D-00D2-76B8-E40F-3235CC62C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51839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/>
              <a:t>med_fortran: desal (fortran, master’s code).</a:t>
            </a:r>
          </a:p>
          <a:p>
            <a:r>
              <a:rPr lang="en-US" noProof="1"/>
              <a:t>hdh (ees, usm research).</a:t>
            </a:r>
          </a:p>
          <a:p>
            <a:r>
              <a:rPr lang="en-US" noProof="1"/>
              <a:t>caes (ees, usm research).</a:t>
            </a:r>
            <a:endParaRPr lang="en-US" noProof="1">
              <a:hlinkClick r:id="rId2"/>
            </a:endParaRPr>
          </a:p>
          <a:p>
            <a:r>
              <a:rPr lang="en-US" noProof="1">
                <a:hlinkClick r:id="rId2"/>
              </a:rPr>
              <a:t>tm_solarshift</a:t>
            </a:r>
            <a:r>
              <a:rPr lang="en-US" noProof="1"/>
              <a:t> : dewh (python/trnsys, postdoc 1).</a:t>
            </a:r>
          </a:p>
          <a:p>
            <a:r>
              <a:rPr lang="en-US" noProof="1">
                <a:hlinkClick r:id="rId3"/>
              </a:rPr>
              <a:t>bdr_csp</a:t>
            </a:r>
            <a:r>
              <a:rPr lang="en-US" noProof="1"/>
              <a:t>: csp (phd code).</a:t>
            </a:r>
          </a:p>
        </p:txBody>
      </p:sp>
    </p:spTree>
    <p:extLst>
      <p:ext uri="{BB962C8B-B14F-4D97-AF65-F5344CB8AC3E}">
        <p14:creationId xmlns:p14="http://schemas.microsoft.com/office/powerpoint/2010/main" val="2117738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C75E69-6F6E-2DEF-316C-345B0C23C2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6135" y="554182"/>
            <a:ext cx="11259730" cy="386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46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2F935-7AD0-D15A-3968-91D3F935F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antupy wishlist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C6D76-08D1-11E9-67DC-F1DD43A60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1"/>
              <a:t>dispatch model</a:t>
            </a:r>
          </a:p>
          <a:p>
            <a:r>
              <a:rPr lang="en-US" noProof="1"/>
              <a:t>create life-cycle analysis (.lca) module</a:t>
            </a:r>
          </a:p>
          <a:p>
            <a:r>
              <a:rPr lang="en-US" noProof="1"/>
              <a:t>create policy making process module</a:t>
            </a:r>
          </a:p>
          <a:p>
            <a:r>
              <a:rPr lang="en-US" noProof="1"/>
              <a:t>expand weather module</a:t>
            </a:r>
          </a:p>
          <a:p>
            <a:r>
              <a:rPr lang="en-US" noProof="1"/>
              <a:t>geo module (or gis module). integrate python with other open-source gis tools.</a:t>
            </a:r>
          </a:p>
          <a:p>
            <a:r>
              <a:rPr lang="en-US" noProof="1"/>
              <a:t>expand stochastic module.</a:t>
            </a:r>
          </a:p>
          <a:p>
            <a:r>
              <a:rPr lang="en-US" noProof="1"/>
              <a:t>develop full python</a:t>
            </a:r>
          </a:p>
          <a:p>
            <a:r>
              <a:rPr lang="en-US" noProof="1"/>
              <a:t>education module</a:t>
            </a:r>
          </a:p>
        </p:txBody>
      </p:sp>
    </p:spTree>
    <p:extLst>
      <p:ext uri="{BB962C8B-B14F-4D97-AF65-F5344CB8AC3E}">
        <p14:creationId xmlns:p14="http://schemas.microsoft.com/office/powerpoint/2010/main" val="2484413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882</TotalTime>
  <Words>248</Words>
  <Application>Microsoft Office PowerPoint</Application>
  <PresentationFormat>Widescreen</PresentationFormat>
  <Paragraphs>110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antupy</vt:lpstr>
      <vt:lpstr>antupy</vt:lpstr>
      <vt:lpstr>antupy</vt:lpstr>
      <vt:lpstr>antupy</vt:lpstr>
      <vt:lpstr>antupy (0.6.0) architecture</vt:lpstr>
      <vt:lpstr>antupy: core classes</vt:lpstr>
      <vt:lpstr>antupy: utils</vt:lpstr>
      <vt:lpstr>antupy: simulations</vt:lpstr>
      <vt:lpstr>existing implementations</vt:lpstr>
      <vt:lpstr>PowerPoint Presentation</vt:lpstr>
      <vt:lpstr>antupy wishlist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Saldivia Salazar</dc:creator>
  <cp:lastModifiedBy>David Saldivia Salazar</cp:lastModifiedBy>
  <cp:revision>5</cp:revision>
  <dcterms:created xsi:type="dcterms:W3CDTF">2024-09-01T16:01:32Z</dcterms:created>
  <dcterms:modified xsi:type="dcterms:W3CDTF">2026-04-17T06:02:50Z</dcterms:modified>
</cp:coreProperties>
</file>